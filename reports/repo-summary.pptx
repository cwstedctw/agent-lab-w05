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07a455303942b0" /><Relationship Type="http://schemas.openxmlformats.org/officeDocument/2006/relationships/extended-properties" Target="/docProps/app.xml" Id="R58522057dedb4db7" /><Relationship Type="http://schemas.openxmlformats.org/officeDocument/2006/relationships/officeDocument" Target="/ppt/presentation.xml" Id="R8f08c3b8339349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928b80bbf84e9d"/>
  </p:sldMasterIdLst>
  <p:notesMasterIdLst>
    <p:notesMasterId xmlns:r="http://schemas.openxmlformats.org/officeDocument/2006/relationships" r:id="R91e89f59579846ba"/>
  </p:notesMasterIdLst>
  <p:sldIdLst>
    <p:sldId xmlns:r="http://schemas.openxmlformats.org/officeDocument/2006/relationships" id="256" r:id="R65d6c6d499a24dd7"/>
    <p:sldId xmlns:r="http://schemas.openxmlformats.org/officeDocument/2006/relationships" id="257" r:id="Ref77e6499f4241e3"/>
    <p:sldId xmlns:r="http://schemas.openxmlformats.org/officeDocument/2006/relationships" id="258" r:id="Ra5ea8fc3a23845ce"/>
    <p:sldId xmlns:r="http://schemas.openxmlformats.org/officeDocument/2006/relationships" id="259" r:id="R62ea3d3eda134e65"/>
    <p:sldId xmlns:r="http://schemas.openxmlformats.org/officeDocument/2006/relationships" id="260" r:id="R7a6e7bf05b464054"/>
    <p:sldId xmlns:r="http://schemas.openxmlformats.org/officeDocument/2006/relationships" id="261" r:id="R6473604b03e24dae"/>
    <p:sldId xmlns:r="http://schemas.openxmlformats.org/officeDocument/2006/relationships" id="262" r:id="R5c81b9a77a4343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7e3fdd408d4630" /><Relationship Type="http://schemas.openxmlformats.org/officeDocument/2006/relationships/slideMaster" Target="/ppt/slideMasters/slideMaster1.xml" Id="R70928b80bbf84e9d" /><Relationship Type="http://schemas.openxmlformats.org/officeDocument/2006/relationships/notesMaster" Target="/ppt/notesMasters/notesMaster1.xml" Id="R91e89f59579846ba" /><Relationship Type="http://schemas.openxmlformats.org/officeDocument/2006/relationships/presProps" Target="/ppt/presProps.xml" Id="Re85f37b24cab456a" /><Relationship Type="http://schemas.openxmlformats.org/officeDocument/2006/relationships/tableStyles" Target="/ppt/tableStyles.xml" Id="Rf363db41b3674328" /><Relationship Type="http://schemas.openxmlformats.org/officeDocument/2006/relationships/slide" Target="/ppt/slides/slide1.xml" Id="R65d6c6d499a24dd7" /><Relationship Type="http://schemas.openxmlformats.org/officeDocument/2006/relationships/slide" Target="/ppt/slides/slide2.xml" Id="Ref77e6499f4241e3" /><Relationship Type="http://schemas.openxmlformats.org/officeDocument/2006/relationships/slide" Target="/ppt/slides/slide3.xml" Id="Ra5ea8fc3a23845ce" /><Relationship Type="http://schemas.openxmlformats.org/officeDocument/2006/relationships/slide" Target="/ppt/slides/slide4.xml" Id="R62ea3d3eda134e65" /><Relationship Type="http://schemas.openxmlformats.org/officeDocument/2006/relationships/slide" Target="/ppt/slides/slide5.xml" Id="R7a6e7bf05b464054" /><Relationship Type="http://schemas.openxmlformats.org/officeDocument/2006/relationships/slide" Target="/ppt/slides/slide6.xml" Id="R6473604b03e24dae" /><Relationship Type="http://schemas.openxmlformats.org/officeDocument/2006/relationships/slide" Target="/ppt/slides/slide7.xml" Id="R5c81b9a77a4343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8e3964de7545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045bb6104f4ee9" /><Relationship Type="http://schemas.openxmlformats.org/officeDocument/2006/relationships/notesMaster" Target="/ppt/notesMasters/notesMaster1.xml" Id="R1ccf6544588741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8aefe93b744662" /><Relationship Type="http://schemas.openxmlformats.org/officeDocument/2006/relationships/notesMaster" Target="/ppt/notesMasters/notesMaster1.xml" Id="Rc5c9e547d9a841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9dd3f348bd4c16" /><Relationship Type="http://schemas.openxmlformats.org/officeDocument/2006/relationships/notesMaster" Target="/ppt/notesMasters/notesMaster1.xml" Id="Rc865acfb5c604e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6db88cf7fd4495" /><Relationship Type="http://schemas.openxmlformats.org/officeDocument/2006/relationships/notesMaster" Target="/ppt/notesMasters/notesMaster1.xml" Id="R2f2f0e1b075442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99387aa98c4118" /><Relationship Type="http://schemas.openxmlformats.org/officeDocument/2006/relationships/notesMaster" Target="/ppt/notesMasters/notesMaster1.xml" Id="R4d358e06e83047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33d0f7fb874307" /><Relationship Type="http://schemas.openxmlformats.org/officeDocument/2006/relationships/notesMaster" Target="/ppt/notesMasters/notesMaster1.xml" Id="R14512fd229dc49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f4ec400f03492c" /><Relationship Type="http://schemas.openxmlformats.org/officeDocument/2006/relationships/notesMaster" Target="/ppt/notesMasters/notesMaster1.xml" Id="R8edebc87e21d4f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資料來源：README.md；evidence/learning-record.md</a:t>
            </a:r>
          </a:p>
          <a:p xmlns:a="http://schemas.openxmlformats.org/drawingml/2006/main">
            <a:r>
              <a:t>專案狀態日期：2026-10-06。全部資料為虛構教學素材。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資料來源：README.md；submission-template.md</a:t>
            </a:r>
          </a:p>
          <a:p xmlns:a="http://schemas.openxmlformats.org/drawingml/2006/main">
            <a:r>
              <a:t>專案狀態日期：2026-10-06。全部資料為虛構教學素材。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資料來源：practice/01-club-files/output/report.md；manifest.json；evidence/task-ac-test-results.txt</a:t>
            </a:r>
          </a:p>
          <a:p xmlns:a="http://schemas.openxmlformats.org/drawingml/2006/main">
            <a:r>
              <a:t>專案狀態日期：2026-10-06。全部資料為虛構教學素材。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資料來源：practice/02-campus-picker/output/index.html；activities.json；evidence/task-b-test-results.txt</a:t>
            </a:r>
          </a:p>
          <a:p xmlns:a="http://schemas.openxmlformats.org/drawingml/2006/main">
            <a:r>
              <a:t>專案狀態日期：2026-10-06。全部資料為虛構教學素材。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資料來源：practice/03-equipment/output/issues.md；normalized.json；practice/04-review/my-rejection.md</a:t>
            </a:r>
          </a:p>
          <a:p xmlns:a="http://schemas.openxmlformats.org/drawingml/2006/main">
            <a:r>
              <a:t>專案狀態日期：2026-10-06。全部資料為虛構教學素材。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資料來源：evidence/task-b-tests.cjs；task-b-test-results.txt；task-ac-checks.cjs；task-ac-test-results.txt</a:t>
            </a:r>
          </a:p>
          <a:p xmlns:a="http://schemas.openxmlformats.org/drawingml/2006/main">
            <a:r>
              <a:t>專案狀態日期：2026-10-06。全部資料為虛構教學素材。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資料來源：git log；evidence/learning-record.md；evidence/submission-template.md</a:t>
            </a:r>
          </a:p>
          <a:p xmlns:a="http://schemas.openxmlformats.org/drawingml/2006/main">
            <a:r>
              <a:t>專案狀態日期：2026-10-06。全部資料為虛構教學素材。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08de6a8f5a4a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190a3bbd84e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dfb6e1bdd41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2e64e18034e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80f2aacd048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e2d6362a54d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914371-41B7-499A-8861-E18B4929E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A6BCCB-0D69-442C-AB68-77EABBD74C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3ACDFD-9071-4CE8-A47A-520C478D5B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51E8D0-A8CF-43FC-8193-B6DCE9111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475854-7D5A-40D1-A08A-1873590A09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19CE71-46AC-4029-AF47-B43CC59A64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A86C16-858E-4F80-8442-9FFD20A32C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219247-A386-4334-867E-5270E9FC70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C062CF-304F-4AE2-86DB-BF7B3FDFB5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0A320E-8C20-4474-9FDB-619334B58F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1aaad20f6147ec" /><Relationship Type="http://schemas.openxmlformats.org/officeDocument/2006/relationships/slideLayout" Target="/ppt/slideLayouts/slideLayout1.xml" Id="Rcd8fad259c92446b" /><Relationship Type="http://schemas.openxmlformats.org/officeDocument/2006/relationships/slideLayout" Target="/ppt/slideLayouts/slideLayout2.xml" Id="Rd7165d495f7e4c20" /><Relationship Type="http://schemas.openxmlformats.org/officeDocument/2006/relationships/slideLayout" Target="/ppt/slideLayouts/slideLayout3.xml" Id="R5bb3c4b2391a42b6" /><Relationship Type="http://schemas.openxmlformats.org/officeDocument/2006/relationships/slideLayout" Target="/ppt/slideLayouts/slideLayout4.xml" Id="Rddbecc0afd064dad" /><Relationship Type="http://schemas.openxmlformats.org/officeDocument/2006/relationships/slideLayout" Target="/ppt/slideLayouts/slideLayout5.xml" Id="R518a251a92d649f0" /><Relationship Type="http://schemas.openxmlformats.org/officeDocument/2006/relationships/slideLayout" Target="/ppt/slideLayouts/slideLayout6.xml" Id="Rf4be39b1561845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8fad259c92446b"/>
    <p:sldLayoutId xmlns:r="http://schemas.openxmlformats.org/officeDocument/2006/relationships" id="2147483650" r:id="Rd7165d495f7e4c20"/>
    <p:sldLayoutId xmlns:r="http://schemas.openxmlformats.org/officeDocument/2006/relationships" id="2147483651" r:id="R5bb3c4b2391a42b6"/>
    <p:sldLayoutId xmlns:r="http://schemas.openxmlformats.org/officeDocument/2006/relationships" id="2147483652" r:id="Rddbecc0afd064dad"/>
    <p:sldLayoutId xmlns:r="http://schemas.openxmlformats.org/officeDocument/2006/relationships" id="2147483653" r:id="R518a251a92d649f0"/>
    <p:sldLayoutId xmlns:r="http://schemas.openxmlformats.org/officeDocument/2006/relationships" id="2147483654" r:id="Rf4be39b1561845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53f8b4eb674db0" /><Relationship Type="http://schemas.openxmlformats.org/officeDocument/2006/relationships/notesSlide" Target="/ppt/notesSlides/notesSlide1.xml" Id="Rf890a593c52944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d0cbc306104c0a" /><Relationship Type="http://schemas.openxmlformats.org/officeDocument/2006/relationships/notesSlide" Target="/ppt/notesSlides/notesSlide2.xml" Id="R9ddc358679014c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3511490c14745" /><Relationship Type="http://schemas.openxmlformats.org/officeDocument/2006/relationships/notesSlide" Target="/ppt/notesSlides/notesSlide3.xml" Id="R77b5c51364e74b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cc66ad5ff446c3" /><Relationship Type="http://schemas.openxmlformats.org/officeDocument/2006/relationships/notesSlide" Target="/ppt/notesSlides/notesSlide4.xml" Id="Rb2846704093649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a4b62d5e64b4e" /><Relationship Type="http://schemas.openxmlformats.org/officeDocument/2006/relationships/notesSlide" Target="/ppt/notesSlides/notesSlide5.xml" Id="R82314af097a546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3b524d6be141f6" /><Relationship Type="http://schemas.openxmlformats.org/officeDocument/2006/relationships/notesSlide" Target="/ppt/notesSlides/notesSlide6.xml" Id="Rd2aaa790601943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6612648b394cf7" /><Relationship Type="http://schemas.openxmlformats.org/officeDocument/2006/relationships/notesSlide" Target="/ppt/notesSlides/notesSlide7.xml" Id="R6651c3b8ac4746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B83DF-0BCF-4148-A737-CCA22457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Campus Agent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09615-DD94-4761-8863-ABD6E970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D96F1-293F-4A73-B159-FABF8094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0225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agent-lab-w05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F376A-5C30-443A-B8E1-C5C72BAC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東華校園 AI Agent 實作練習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4FC07-6597-449E-8BA8-10045BE9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70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370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37068"/>
                </a:solidFill>
                <a:latin typeface="Microsoft JhengHei"/>
                <a:ea typeface="Microsoft JhengHei"/>
                <a:cs typeface="Microsoft JhengHei"/>
              </a:rPr>
              <a:t>專案用途、任務成果與驗證狀態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15726-77C9-499C-A284-355C180D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864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70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70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37068"/>
                </a:solidFill>
                <a:latin typeface="Microsoft JhengHei"/>
                <a:ea typeface="Microsoft JhengHei"/>
                <a:cs typeface="Microsoft JhengHei"/>
              </a:rPr>
              <a:t>2026 年 10 月 6 日</a:t>
            </a:r>
          </a:p>
        </p:txBody>
      </p:sp>
    </p:spTree>
    <p:extLst>
      <p:ext uri="{BB962C8B-B14F-4D97-AF65-F5344CB8AC3E}">
        <p14:creationId xmlns:p14="http://schemas.microsoft.com/office/powerpoint/2010/main" val="2097836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6A5B3-34F6-40F2-BBBE-2F00C24C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Repo 的用途與結構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4E7CA-3D38-4614-A75B-FE8A00F6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3DDC2-E9F1-4843-A3F0-E4F7A12F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以校園小任務練習提出需求、檢查成果與退回不合理計畫。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56599-F238-4F7C-BA57-B57F2959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rPr>
              <a:t>practice/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C6699-7AE8-4DC7-BF5F-6BAF8CE1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47975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A 檔案整理、B 活動挑選器、C 器材清理、D 計畫審查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F37DC-2FB1-4EB3-9532-8573D3B2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rPr>
              <a:t>evidence/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881B4-902B-45DF-AA7D-0274015D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14775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學習紀錄、提交表、可重跑測試與實際測試輸出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25E64-FD6B-4D75-8A37-33D5A5BC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815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rPr>
              <a:t>fallback/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E26F2-0BBB-432C-91C6-F77BD840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81575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故意含錯的預生成模擬，供備援審查使用</a:t>
            </a:r>
          </a:p>
        </p:txBody>
      </p:sp>
    </p:spTree>
    <p:extLst>
      <p:ext uri="{BB962C8B-B14F-4D97-AF65-F5344CB8AC3E}">
        <p14:creationId xmlns:p14="http://schemas.microsoft.com/office/powerpoint/2010/main" val="16561947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BA5EF-2F35-44AF-AA53-973E6BDB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Task A：社團檔案整理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8778B-F1C9-4FB8-9D3B-AA858535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9F8AD-B336-4E61-AD92-88E587F6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rPr>
              <a:t>12 份輸入，12 份完整副本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244D0-E443-469C-8F72-24F7C328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依內容分為企畫、會議、宣傳與行政資料。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33624-F279-4DEC-8E81-56B454D8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保留重複檔及 final／final2，沒有猜測哪份已定稿。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4C664-3942-44F7-90BA-13DBFB54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047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manifest 記錄來源與目的地。</a:t>
            </a:r>
          </a:p>
          <a:p xmlns:a="http://schemas.openxmlformats.org/drawingml/2006/main">
            <a: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重新核對後，12 份副本皆與原檔逐位元組相同。</a:t>
            </a:r>
          </a:p>
        </p:txBody>
      </p:sp>
    </p:spTree>
    <p:extLst>
      <p:ext uri="{BB962C8B-B14F-4D97-AF65-F5344CB8AC3E}">
        <p14:creationId xmlns:p14="http://schemas.microsoft.com/office/powerpoint/2010/main" val="7610699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5234B-CC86-4B0B-BB77-9FCBD573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Task B：課間活動挑選器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C57A6-E863-4042-9DFE-4B3DC298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DBBC0-BE58-4829-AE91-F10143CC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rPr>
              <a:t>單一 HTML，雙擊即可離線使用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F61E0-EBB8-46E7-BEF0-5E7C4C4D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rPr>
              <a:t>抽選條件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06C78-4E45-449E-9018-845C4B29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33675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地點、15／30／60 分鐘、強度同時符合才會抽選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C8069-4189-480D-8E9E-B4890930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rPr>
              <a:t>結果與紀錄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D30A9-C299-4565-B7C7-088B0459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52850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顯示 ID 與活動資料，保留最近 5 次成功抽選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00D78-7131-48B4-8B48-B07931AC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rPr>
              <a:t>使用功能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817E7-B54C-485C-B40B-8D6A8959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72025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中英文切換、重設篩選、清除紀錄與手機版 CSS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63045-4EE2-4796-8D06-EE1935BA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816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70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70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37068"/>
                </a:solidFill>
                <a:latin typeface="Microsoft JhengHei"/>
                <a:ea typeface="Microsoft JhengHei"/>
                <a:cs typeface="Microsoft JhengHei"/>
              </a:rPr>
              <a:t>v2 新增符合條件數，切換篩選與語言時即時更新。</a:t>
            </a:r>
          </a:p>
        </p:txBody>
      </p:sp>
    </p:spTree>
    <p:extLst>
      <p:ext uri="{BB962C8B-B14F-4D97-AF65-F5344CB8AC3E}">
        <p14:creationId xmlns:p14="http://schemas.microsoft.com/office/powerpoint/2010/main" val="10951731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A7974-0A06-4DE7-8531-0C78F7A4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Task C 與 D：資料品質及計畫審查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07FDC-0938-407F-B723-8D580628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B2B21-6AC1-47BA-9F82-0D8956AF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rPr>
              <a:t>C  器材記錄清理（選做）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3A664-67AD-4F81-AABD-2EF09CF9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10572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10 列保留 9 列，只移除空物件。</a:t>
            </a:r>
          </a:p>
          <a:p xmlns:a="http://schemas.openxmlformats.org/drawingml/2006/main">
            <a: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保留重複 ID、空白與負數 qty，未知狀態列入問題報告。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053A5-24E3-402A-A39B-7FAC063E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90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rPr>
              <a:t>D  退回錯誤模擬計畫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D8B3B-9B52-4214-9675-C2FF2687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0572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拒絕超範圍整理、刪除重複檔、猜版本／數量及自動公開。</a:t>
            </a:r>
          </a:p>
          <a:p xmlns:a="http://schemas.openxmlformats.org/drawingml/2006/main">
            <a: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提出限題目範圍、保留來源、另存成果等替代做法。</a:t>
            </a:r>
          </a:p>
        </p:txBody>
      </p:sp>
    </p:spTree>
    <p:extLst>
      <p:ext uri="{BB962C8B-B14F-4D97-AF65-F5344CB8AC3E}">
        <p14:creationId xmlns:p14="http://schemas.microsoft.com/office/powerpoint/2010/main" val="11589607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D03F8-1FFF-4854-9DAF-0F5F044D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驗證結果與適用範圍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E4E2D-BD43-4FB5-AFC9-4CDEABCD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0A3BB-3E7D-4DBB-96DE-6B1E1CC7AD59}"/>
              </a:ext>
            </a:extLst>
          </p:cNvPr>
          <p:cNvGraphicFramePr/>
          <p:nvPr/>
        </p:nvGraphicFramePr>
        <p:xfrm>
          <a:off xmlns:a="http://schemas.openxmlformats.org/drawingml/2006/main" x="723900" y="1704975"/>
          <a:ext xmlns:a="http://schemas.openxmlformats.org/drawingml/2006/main" cx="107442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0570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</a:t>
                      </a:r>
                    </a:p>
                  </a:txBody>
                  <a:tcPr marL="91440" marR="91440" marT="45720" marB="45720">
                    <a:solidFill>
                      <a:srgbClr val="205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預期與實際結果</a:t>
                      </a:r>
                    </a:p>
                  </a:txBody>
                  <a:tcPr marL="91440" marR="91440" marT="45720" marB="45720">
                    <a:solidFill>
                      <a:srgbClr val="205C4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室內／15／低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候選只有 A01–A04，20 次抽選均符合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室外／15／中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無符合活動，條件與紀錄保留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室外／30／中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 次抽選皆為 A09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歷史／重設／語言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最近 5 筆、重設保留歷史、英文文字通過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 與 C 檔案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C3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副本一致、列數正確、重複與問題值保留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B9954-6FD4-49D9-9170-9C7B9E87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805025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8050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805025"/>
                </a:solidFill>
                <a:latin typeface="Microsoft JhengHei"/>
                <a:ea typeface="Microsoft JhengHei"/>
                <a:cs typeface="Microsoft JhengHei"/>
              </a:rPr>
              <a:t>B 測試使用 Node VM 與 DOM 替身。</a:t>
            </a:r>
          </a:p>
          <a:p xmlns:a="http://schemas.openxmlformats.org/drawingml/2006/main">
            <a:pPr>
              <a:defRPr sz="1875" b="0">
                <a:solidFill>
                  <a:srgbClr val="8050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805025"/>
                </a:solidFill>
                <a:latin typeface="Microsoft JhengHei"/>
                <a:ea typeface="Microsoft JhengHei"/>
                <a:cs typeface="Microsoft JhengHei"/>
              </a:rPr>
              <a:t>程式結果通過，瀏覽器畫面、手機排版與人工驗收仍待補。</a:t>
            </a:r>
          </a:p>
        </p:txBody>
      </p:sp>
    </p:spTree>
    <p:extLst>
      <p:ext uri="{BB962C8B-B14F-4D97-AF65-F5344CB8AC3E}">
        <p14:creationId xmlns:p14="http://schemas.microsoft.com/office/powerpoint/2010/main" val="6614154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38E56-6C09-4261-B9AC-DF8158BA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744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版本歷史與目前交付狀態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EA8DA-D004-4480-B6FC-FD26FB20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69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B70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8F118-D9F9-4635-B9C6-4CF6E5CC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05C49"/>
                </a:solidFill>
                <a:latin typeface="Microsoft JhengHei"/>
                <a:ea typeface="Microsoft JhengHei"/>
                <a:cs typeface="Microsoft JhengHei"/>
              </a:rPr>
              <a:t>Git 保留各題成果與 B 的修改前後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82279-14E7-4716-B49C-3F4A70AB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668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A  6cc5898    B v1  d261201    B v2  0e101a4</a:t>
            </a:r>
          </a:p>
          <a:p xmlns:a="http://schemas.openxmlformats.org/drawingml/2006/main">
            <a:pPr>
              <a:def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C  a4775af    D  767fb02    紀錄  5ad0692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B737E-237A-4B45-86F6-5EC1AC86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成果與測試紀錄已推送至 GitHub main。</a:t>
            </a:r>
          </a:p>
          <a:p xmlns:a="http://schemas.openxmlformats.org/drawingml/2006/main">
            <a:pPr>
              <a:defRPr sz="2175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C36"/>
                </a:solidFill>
                <a:latin typeface="Microsoft JhengHei"/>
                <a:ea typeface="Microsoft JhengHei"/>
                <a:cs typeface="Microsoft JhengHei"/>
              </a:rPr>
              <a:t>完整 commit 歷史保留，沒有改寫既有版本。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C0C25-0EFC-4E4E-9BEF-BC87F94E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805025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8050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805025"/>
                </a:solidFill>
                <a:latin typeface="Microsoft JhengHei"/>
                <a:ea typeface="Microsoft JhengHei"/>
                <a:cs typeface="Microsoft JhengHei"/>
              </a:rPr>
              <a:t>待補：人工六組驗收、截圖、組別代碼及個人檢查紀錄。</a:t>
            </a:r>
          </a:p>
        </p:txBody>
      </p:sp>
    </p:spTree>
    <p:extLst>
      <p:ext uri="{BB962C8B-B14F-4D97-AF65-F5344CB8AC3E}">
        <p14:creationId xmlns:p14="http://schemas.microsoft.com/office/powerpoint/2010/main" val="585889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2026-10-06T07:38:34.2230000Z</dcterms:created>
  <dcterms:modified xsi:type="dcterms:W3CDTF">2026-10-06T07:38:34.2230000Z</dcterms:modified>
</coreProperties>
</file>